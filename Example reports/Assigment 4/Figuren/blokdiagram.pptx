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76EEA2-526A-4796-BB18-63756FE5E245}" v="148" dt="2024-12-19T12:31:43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o Van Tichelen" userId="9356264d-3383-4035-8327-b030245aab4c" providerId="ADAL" clId="{0A8FC467-A899-49BC-8ABB-15336B99D696}"/>
    <pc:docChg chg="modSld">
      <pc:chgData name="Mauro Van Tichelen" userId="9356264d-3383-4035-8327-b030245aab4c" providerId="ADAL" clId="{0A8FC467-A899-49BC-8ABB-15336B99D696}" dt="2024-12-11T19:44:14.672" v="6" actId="114"/>
      <pc:docMkLst>
        <pc:docMk/>
      </pc:docMkLst>
      <pc:sldChg chg="modSp">
        <pc:chgData name="Mauro Van Tichelen" userId="9356264d-3383-4035-8327-b030245aab4c" providerId="ADAL" clId="{0A8FC467-A899-49BC-8ABB-15336B99D696}" dt="2024-12-11T19:44:14.672" v="6" actId="114"/>
        <pc:sldMkLst>
          <pc:docMk/>
          <pc:sldMk cId="3663402314" sldId="256"/>
        </pc:sldMkLst>
        <pc:spChg chg="mod">
          <ac:chgData name="Mauro Van Tichelen" userId="9356264d-3383-4035-8327-b030245aab4c" providerId="ADAL" clId="{0A8FC467-A899-49BC-8ABB-15336B99D696}" dt="2024-12-11T19:44:14.672" v="6" actId="114"/>
          <ac:spMkLst>
            <pc:docMk/>
            <pc:sldMk cId="3663402314" sldId="256"/>
            <ac:spMk id="9" creationId="{CC724B5D-2346-9BF6-6640-F98769F2D98F}"/>
          </ac:spMkLst>
        </pc:spChg>
      </pc:sldChg>
    </pc:docChg>
  </pc:docChgLst>
  <pc:docChgLst>
    <pc:chgData name="Mauro Van Tichelen" userId="9356264d-3383-4035-8327-b030245aab4c" providerId="ADAL" clId="{BF76EEA2-526A-4796-BB18-63756FE5E245}"/>
    <pc:docChg chg="undo custSel modSld">
      <pc:chgData name="Mauro Van Tichelen" userId="9356264d-3383-4035-8327-b030245aab4c" providerId="ADAL" clId="{BF76EEA2-526A-4796-BB18-63756FE5E245}" dt="2024-12-19T12:36:34.409" v="238" actId="1076"/>
      <pc:docMkLst>
        <pc:docMk/>
      </pc:docMkLst>
      <pc:sldChg chg="addSp delSp modSp mod">
        <pc:chgData name="Mauro Van Tichelen" userId="9356264d-3383-4035-8327-b030245aab4c" providerId="ADAL" clId="{BF76EEA2-526A-4796-BB18-63756FE5E245}" dt="2024-12-19T12:36:34.409" v="238" actId="1076"/>
        <pc:sldMkLst>
          <pc:docMk/>
          <pc:sldMk cId="3663402314" sldId="256"/>
        </pc:sldMkLst>
        <pc:spChg chg="add mod">
          <ac:chgData name="Mauro Van Tichelen" userId="9356264d-3383-4035-8327-b030245aab4c" providerId="ADAL" clId="{BF76EEA2-526A-4796-BB18-63756FE5E245}" dt="2024-12-19T12:36:23.880" v="236" actId="1076"/>
          <ac:spMkLst>
            <pc:docMk/>
            <pc:sldMk cId="3663402314" sldId="256"/>
            <ac:spMk id="6" creationId="{AC70FE34-E3AC-46BB-327D-DF08F40A4C6A}"/>
          </ac:spMkLst>
        </pc:spChg>
        <pc:spChg chg="mod">
          <ac:chgData name="Mauro Van Tichelen" userId="9356264d-3383-4035-8327-b030245aab4c" providerId="ADAL" clId="{BF76EEA2-526A-4796-BB18-63756FE5E245}" dt="2024-12-19T12:36:23.880" v="236" actId="1076"/>
          <ac:spMkLst>
            <pc:docMk/>
            <pc:sldMk cId="3663402314" sldId="256"/>
            <ac:spMk id="8" creationId="{A530DAD8-585A-70BD-B0FF-546E35376AB0}"/>
          </ac:spMkLst>
        </pc:spChg>
        <pc:spChg chg="mod">
          <ac:chgData name="Mauro Van Tichelen" userId="9356264d-3383-4035-8327-b030245aab4c" providerId="ADAL" clId="{BF76EEA2-526A-4796-BB18-63756FE5E245}" dt="2024-12-19T12:36:23.880" v="236" actId="1076"/>
          <ac:spMkLst>
            <pc:docMk/>
            <pc:sldMk cId="3663402314" sldId="256"/>
            <ac:spMk id="9" creationId="{CC724B5D-2346-9BF6-6640-F98769F2D98F}"/>
          </ac:spMkLst>
        </pc:spChg>
        <pc:spChg chg="del mod">
          <ac:chgData name="Mauro Van Tichelen" userId="9356264d-3383-4035-8327-b030245aab4c" providerId="ADAL" clId="{BF76EEA2-526A-4796-BB18-63756FE5E245}" dt="2024-12-19T12:13:26.032" v="1" actId="478"/>
          <ac:spMkLst>
            <pc:docMk/>
            <pc:sldMk cId="3663402314" sldId="256"/>
            <ac:spMk id="10" creationId="{8AC9E639-8C4E-A9A8-E581-2B897A48712D}"/>
          </ac:spMkLst>
        </pc:spChg>
        <pc:spChg chg="mod">
          <ac:chgData name="Mauro Van Tichelen" userId="9356264d-3383-4035-8327-b030245aab4c" providerId="ADAL" clId="{BF76EEA2-526A-4796-BB18-63756FE5E245}" dt="2024-12-19T12:36:23.880" v="236" actId="1076"/>
          <ac:spMkLst>
            <pc:docMk/>
            <pc:sldMk cId="3663402314" sldId="256"/>
            <ac:spMk id="12" creationId="{A7571537-E4AB-5543-4D0D-D274D363D292}"/>
          </ac:spMkLst>
        </pc:spChg>
        <pc:spChg chg="del mod">
          <ac:chgData name="Mauro Van Tichelen" userId="9356264d-3383-4035-8327-b030245aab4c" providerId="ADAL" clId="{BF76EEA2-526A-4796-BB18-63756FE5E245}" dt="2024-12-19T12:28:58.846" v="156" actId="478"/>
          <ac:spMkLst>
            <pc:docMk/>
            <pc:sldMk cId="3663402314" sldId="256"/>
            <ac:spMk id="13" creationId="{EF44605C-731F-447F-39F3-FA6A5F9C076E}"/>
          </ac:spMkLst>
        </pc:spChg>
        <pc:spChg chg="add mod">
          <ac:chgData name="Mauro Van Tichelen" userId="9356264d-3383-4035-8327-b030245aab4c" providerId="ADAL" clId="{BF76EEA2-526A-4796-BB18-63756FE5E245}" dt="2024-12-19T12:36:23.880" v="236" actId="1076"/>
          <ac:spMkLst>
            <pc:docMk/>
            <pc:sldMk cId="3663402314" sldId="256"/>
            <ac:spMk id="18" creationId="{674634F3-4D21-E9FB-37DD-1CE826370075}"/>
          </ac:spMkLst>
        </pc:spChg>
        <pc:spChg chg="del">
          <ac:chgData name="Mauro Van Tichelen" userId="9356264d-3383-4035-8327-b030245aab4c" providerId="ADAL" clId="{BF76EEA2-526A-4796-BB18-63756FE5E245}" dt="2024-12-19T12:14:12.781" v="4" actId="478"/>
          <ac:spMkLst>
            <pc:docMk/>
            <pc:sldMk cId="3663402314" sldId="256"/>
            <ac:spMk id="40" creationId="{DE5E44B5-A9B5-31EA-C5A7-8682E6D42025}"/>
          </ac:spMkLst>
        </pc:spChg>
        <pc:spChg chg="mod">
          <ac:chgData name="Mauro Van Tichelen" userId="9356264d-3383-4035-8327-b030245aab4c" providerId="ADAL" clId="{BF76EEA2-526A-4796-BB18-63756FE5E245}" dt="2024-12-19T12:36:23.880" v="236" actId="1076"/>
          <ac:spMkLst>
            <pc:docMk/>
            <pc:sldMk cId="3663402314" sldId="256"/>
            <ac:spMk id="41" creationId="{7AD9BEC3-3EF7-84BF-4D4E-7A2BA556CE20}"/>
          </ac:spMkLst>
        </pc:spChg>
        <pc:spChg chg="mod">
          <ac:chgData name="Mauro Van Tichelen" userId="9356264d-3383-4035-8327-b030245aab4c" providerId="ADAL" clId="{BF76EEA2-526A-4796-BB18-63756FE5E245}" dt="2024-12-19T12:36:23.880" v="236" actId="1076"/>
          <ac:spMkLst>
            <pc:docMk/>
            <pc:sldMk cId="3663402314" sldId="256"/>
            <ac:spMk id="42" creationId="{E4C991D5-65A3-D7D7-B6CE-F90A0D17EC3E}"/>
          </ac:spMkLst>
        </pc:spChg>
        <pc:spChg chg="mod">
          <ac:chgData name="Mauro Van Tichelen" userId="9356264d-3383-4035-8327-b030245aab4c" providerId="ADAL" clId="{BF76EEA2-526A-4796-BB18-63756FE5E245}" dt="2024-12-19T12:36:30.876" v="237" actId="1076"/>
          <ac:spMkLst>
            <pc:docMk/>
            <pc:sldMk cId="3663402314" sldId="256"/>
            <ac:spMk id="43" creationId="{7B89BCE7-11F5-FF5C-9923-13BAD4991E48}"/>
          </ac:spMkLst>
        </pc:spChg>
        <pc:spChg chg="del mod">
          <ac:chgData name="Mauro Van Tichelen" userId="9356264d-3383-4035-8327-b030245aab4c" providerId="ADAL" clId="{BF76EEA2-526A-4796-BB18-63756FE5E245}" dt="2024-12-19T12:28:55.712" v="154" actId="478"/>
          <ac:spMkLst>
            <pc:docMk/>
            <pc:sldMk cId="3663402314" sldId="256"/>
            <ac:spMk id="46" creationId="{B740AB9B-569B-5E0A-79D3-BBF238588E70}"/>
          </ac:spMkLst>
        </pc:spChg>
        <pc:spChg chg="mod">
          <ac:chgData name="Mauro Van Tichelen" userId="9356264d-3383-4035-8327-b030245aab4c" providerId="ADAL" clId="{BF76EEA2-526A-4796-BB18-63756FE5E245}" dt="2024-12-19T12:36:23.880" v="236" actId="1076"/>
          <ac:spMkLst>
            <pc:docMk/>
            <pc:sldMk cId="3663402314" sldId="256"/>
            <ac:spMk id="47" creationId="{328F21DD-B43E-937C-24DB-A0397FF940EF}"/>
          </ac:spMkLst>
        </pc:spChg>
        <pc:spChg chg="mod">
          <ac:chgData name="Mauro Van Tichelen" userId="9356264d-3383-4035-8327-b030245aab4c" providerId="ADAL" clId="{BF76EEA2-526A-4796-BB18-63756FE5E245}" dt="2024-12-19T12:36:23.880" v="236" actId="1076"/>
          <ac:spMkLst>
            <pc:docMk/>
            <pc:sldMk cId="3663402314" sldId="256"/>
            <ac:spMk id="50" creationId="{063F3EDD-551E-9D91-DD7D-7E6BF32540C1}"/>
          </ac:spMkLst>
        </pc:spChg>
        <pc:spChg chg="del mod">
          <ac:chgData name="Mauro Van Tichelen" userId="9356264d-3383-4035-8327-b030245aab4c" providerId="ADAL" clId="{BF76EEA2-526A-4796-BB18-63756FE5E245}" dt="2024-12-19T12:28:56.545" v="155" actId="478"/>
          <ac:spMkLst>
            <pc:docMk/>
            <pc:sldMk cId="3663402314" sldId="256"/>
            <ac:spMk id="51" creationId="{341B00D3-BD54-C541-4D3E-A79EA46269A8}"/>
          </ac:spMkLst>
        </pc:spChg>
        <pc:spChg chg="add mod">
          <ac:chgData name="Mauro Van Tichelen" userId="9356264d-3383-4035-8327-b030245aab4c" providerId="ADAL" clId="{BF76EEA2-526A-4796-BB18-63756FE5E245}" dt="2024-12-19T12:36:23.880" v="236" actId="1076"/>
          <ac:spMkLst>
            <pc:docMk/>
            <pc:sldMk cId="3663402314" sldId="256"/>
            <ac:spMk id="66" creationId="{AB8DD85B-200C-645B-B87F-75472106D00E}"/>
          </ac:spMkLst>
        </pc:spChg>
        <pc:spChg chg="add mod">
          <ac:chgData name="Mauro Van Tichelen" userId="9356264d-3383-4035-8327-b030245aab4c" providerId="ADAL" clId="{BF76EEA2-526A-4796-BB18-63756FE5E245}" dt="2024-12-19T12:30:28.759" v="186"/>
          <ac:spMkLst>
            <pc:docMk/>
            <pc:sldMk cId="3663402314" sldId="256"/>
            <ac:spMk id="69" creationId="{19476D36-D97B-6948-C5FE-F4F923AC6B37}"/>
          </ac:spMkLst>
        </pc:spChg>
        <pc:spChg chg="add mod">
          <ac:chgData name="Mauro Van Tichelen" userId="9356264d-3383-4035-8327-b030245aab4c" providerId="ADAL" clId="{BF76EEA2-526A-4796-BB18-63756FE5E245}" dt="2024-12-19T12:36:34.409" v="238" actId="1076"/>
          <ac:spMkLst>
            <pc:docMk/>
            <pc:sldMk cId="3663402314" sldId="256"/>
            <ac:spMk id="70" creationId="{365A5EA7-2CA0-327B-77D6-5942A3D57451}"/>
          </ac:spMkLst>
        </pc:spChg>
        <pc:cxnChg chg="add del mod">
          <ac:chgData name="Mauro Van Tichelen" userId="9356264d-3383-4035-8327-b030245aab4c" providerId="ADAL" clId="{BF76EEA2-526A-4796-BB18-63756FE5E245}" dt="2024-12-19T12:36:23.880" v="236" actId="1076"/>
          <ac:cxnSpMkLst>
            <pc:docMk/>
            <pc:sldMk cId="3663402314" sldId="256"/>
            <ac:cxnSpMk id="15" creationId="{7E19924D-D98A-AC02-7C6C-B08787CAB270}"/>
          </ac:cxnSpMkLst>
        </pc:cxnChg>
        <pc:cxnChg chg="mod">
          <ac:chgData name="Mauro Van Tichelen" userId="9356264d-3383-4035-8327-b030245aab4c" providerId="ADAL" clId="{BF76EEA2-526A-4796-BB18-63756FE5E245}" dt="2024-12-19T12:36:23.880" v="236" actId="1076"/>
          <ac:cxnSpMkLst>
            <pc:docMk/>
            <pc:sldMk cId="3663402314" sldId="256"/>
            <ac:cxnSpMk id="16" creationId="{AEEA9541-9A68-020B-201F-38D7BD2C16A9}"/>
          </ac:cxnSpMkLst>
        </pc:cxnChg>
        <pc:cxnChg chg="del mod">
          <ac:chgData name="Mauro Van Tichelen" userId="9356264d-3383-4035-8327-b030245aab4c" providerId="ADAL" clId="{BF76EEA2-526A-4796-BB18-63756FE5E245}" dt="2024-12-19T12:14:43.403" v="17" actId="478"/>
          <ac:cxnSpMkLst>
            <pc:docMk/>
            <pc:sldMk cId="3663402314" sldId="256"/>
            <ac:cxnSpMk id="19" creationId="{40C231B8-CEE6-6D10-CD31-812D00C7CF74}"/>
          </ac:cxnSpMkLst>
        </pc:cxnChg>
        <pc:cxnChg chg="del mod">
          <ac:chgData name="Mauro Van Tichelen" userId="9356264d-3383-4035-8327-b030245aab4c" providerId="ADAL" clId="{BF76EEA2-526A-4796-BB18-63756FE5E245}" dt="2024-12-19T12:14:34.056" v="13" actId="478"/>
          <ac:cxnSpMkLst>
            <pc:docMk/>
            <pc:sldMk cId="3663402314" sldId="256"/>
            <ac:cxnSpMk id="22" creationId="{2B6A85C2-6190-13CC-ABC5-6CEC43F08CE4}"/>
          </ac:cxnSpMkLst>
        </pc:cxnChg>
        <pc:cxnChg chg="del mod">
          <ac:chgData name="Mauro Van Tichelen" userId="9356264d-3383-4035-8327-b030245aab4c" providerId="ADAL" clId="{BF76EEA2-526A-4796-BB18-63756FE5E245}" dt="2024-12-19T12:14:35.618" v="14" actId="478"/>
          <ac:cxnSpMkLst>
            <pc:docMk/>
            <pc:sldMk cId="3663402314" sldId="256"/>
            <ac:cxnSpMk id="25" creationId="{8986B221-3918-07BA-5A38-6CE755E6E9BA}"/>
          </ac:cxnSpMkLst>
        </pc:cxnChg>
        <pc:cxnChg chg="add mod">
          <ac:chgData name="Mauro Van Tichelen" userId="9356264d-3383-4035-8327-b030245aab4c" providerId="ADAL" clId="{BF76EEA2-526A-4796-BB18-63756FE5E245}" dt="2024-12-19T12:36:23.880" v="236" actId="1076"/>
          <ac:cxnSpMkLst>
            <pc:docMk/>
            <pc:sldMk cId="3663402314" sldId="256"/>
            <ac:cxnSpMk id="27" creationId="{686BB463-4EC6-E637-901E-450EBAAA5EA1}"/>
          </ac:cxnSpMkLst>
        </pc:cxnChg>
        <pc:cxnChg chg="mod">
          <ac:chgData name="Mauro Van Tichelen" userId="9356264d-3383-4035-8327-b030245aab4c" providerId="ADAL" clId="{BF76EEA2-526A-4796-BB18-63756FE5E245}" dt="2024-12-19T12:36:23.880" v="236" actId="1076"/>
          <ac:cxnSpMkLst>
            <pc:docMk/>
            <pc:sldMk cId="3663402314" sldId="256"/>
            <ac:cxnSpMk id="28" creationId="{843F8AA3-81E7-B787-94F2-70A5688862C7}"/>
          </ac:cxnSpMkLst>
        </pc:cxnChg>
        <pc:cxnChg chg="add mod">
          <ac:chgData name="Mauro Van Tichelen" userId="9356264d-3383-4035-8327-b030245aab4c" providerId="ADAL" clId="{BF76EEA2-526A-4796-BB18-63756FE5E245}" dt="2024-12-19T12:36:23.880" v="236" actId="1076"/>
          <ac:cxnSpMkLst>
            <pc:docMk/>
            <pc:sldMk cId="3663402314" sldId="256"/>
            <ac:cxnSpMk id="31" creationId="{DC7CA670-BB38-13FF-7496-69DB08013B21}"/>
          </ac:cxnSpMkLst>
        </pc:cxnChg>
        <pc:cxnChg chg="mod">
          <ac:chgData name="Mauro Van Tichelen" userId="9356264d-3383-4035-8327-b030245aab4c" providerId="ADAL" clId="{BF76EEA2-526A-4796-BB18-63756FE5E245}" dt="2024-12-19T12:36:23.880" v="236" actId="1076"/>
          <ac:cxnSpMkLst>
            <pc:docMk/>
            <pc:sldMk cId="3663402314" sldId="256"/>
            <ac:cxnSpMk id="32" creationId="{FB2140E8-A546-3BEB-40D8-C2FDA12B4508}"/>
          </ac:cxnSpMkLst>
        </pc:cxnChg>
        <pc:cxnChg chg="mod">
          <ac:chgData name="Mauro Van Tichelen" userId="9356264d-3383-4035-8327-b030245aab4c" providerId="ADAL" clId="{BF76EEA2-526A-4796-BB18-63756FE5E245}" dt="2024-12-19T12:36:23.880" v="236" actId="1076"/>
          <ac:cxnSpMkLst>
            <pc:docMk/>
            <pc:sldMk cId="3663402314" sldId="256"/>
            <ac:cxnSpMk id="37" creationId="{84BA8C04-54A6-B3C8-F183-518C02E83CB1}"/>
          </ac:cxnSpMkLst>
        </pc:cxnChg>
        <pc:cxnChg chg="add mod">
          <ac:chgData name="Mauro Van Tichelen" userId="9356264d-3383-4035-8327-b030245aab4c" providerId="ADAL" clId="{BF76EEA2-526A-4796-BB18-63756FE5E245}" dt="2024-12-19T12:36:23.880" v="236" actId="1076"/>
          <ac:cxnSpMkLst>
            <pc:docMk/>
            <pc:sldMk cId="3663402314" sldId="256"/>
            <ac:cxnSpMk id="49" creationId="{BCAFCC32-FA5B-2561-00B1-786C167B82C4}"/>
          </ac:cxnSpMkLst>
        </pc:cxnChg>
        <pc:cxnChg chg="add mod">
          <ac:chgData name="Mauro Van Tichelen" userId="9356264d-3383-4035-8327-b030245aab4c" providerId="ADAL" clId="{BF76EEA2-526A-4796-BB18-63756FE5E245}" dt="2024-12-19T12:36:23.880" v="236" actId="1076"/>
          <ac:cxnSpMkLst>
            <pc:docMk/>
            <pc:sldMk cId="3663402314" sldId="256"/>
            <ac:cxnSpMk id="63" creationId="{75FD35D2-258F-C8B1-A058-1FC1741C159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139FCF-6E19-E4CB-A37B-D8EC4AB2D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34FD956-7E9F-2580-F969-BDE6ABFC8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AE34E4D-169F-C9CD-9C9A-14DE1A003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241656A-1B6B-3278-D2F8-D2EAFEF73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0EB75E-821A-1DA9-2EAE-A6790FFA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315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A7DFAC-E707-BEED-024C-202F7119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025B48F-4AF7-9754-97E8-C995A627C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80613D2-D42B-E8F1-EF01-418D09E5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0874E11-BB88-C1E3-D9B2-9D078357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D708867-FA08-35C7-D487-7F625C16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4142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4BED4-3CB1-19EE-40F5-11398B017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397D4AB-0470-4E02-D026-0F6B6547C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A0EF5E6-2719-9BB5-19F9-7B56FBA6E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23C916-5B7B-6CDF-CEBB-926B707E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C7F11D3-A9E8-4FBB-D363-0D71AF63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6806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0A67E4-CECC-FAF6-3783-4F2832E00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29E6FA-4B2D-6C9C-283B-242C76045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E9883EE-AFB3-32A2-38B8-F393EA133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63391E1-C533-6130-8936-9401B64F5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0C61A1B-3FDC-657A-B1C1-61901A9C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CDB1EF8-AF6B-E349-5696-C782D945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8781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56CBE-4AFF-FCF2-49FB-3C5F9CB8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F4FC0A8-CEDE-CDC2-CBFE-C18565C3F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35886EA-696D-10BD-D34D-185B0CA61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C85DF63-6917-FAC1-20FC-6A56234ED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8193546-6610-DC22-5E19-1EA9DB57B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F006C4E-BE1D-C166-2A65-CE8A07A9E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520336F-9253-7134-CC08-82D86989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E45D6DA-7528-CEBA-FD97-A32D9220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64951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A6177-0C9A-0D2C-32A1-1DA6724F1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2C963EA-5ED4-A389-5FCA-326CC0A0D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D41B561-7EED-FB16-3C9D-A0036017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EB77B30-3EB4-C828-0CF0-4064E382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4091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8D2059D-9B51-1ACD-BE2B-BB72065B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A31917D-8650-84FD-DC0F-ED7AD27D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80A0891-ED0A-5428-9771-5390FE53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57933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AAB7A-811C-0C23-2FF7-8CA76801F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0E54AF8-BAAF-2C10-30FA-90DA00418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112CDC-70AB-5BA5-E4F8-71519080C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C2042A0-F67B-A985-828A-9E3D6A6C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D9B9D74-B13F-46A1-76F5-448152E9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3865EB6-CD75-347A-D7DE-7C96024C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6178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80FEA4-7AE0-C652-BF9B-FFEAB87F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78A5219-8F84-C561-3694-EE65F3072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837DEA-8D91-4767-DCC5-5497E0B87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D54F17-7BD6-AB0A-2A24-635CD073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F804E32-8066-48F4-70F2-29722609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D366A6A-6BAF-FE21-0442-33E2046A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0923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25B6-D709-5BAA-F874-9337B7BA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4084A4C-DA55-425C-CE4A-32A254416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A50FDE9-AE52-3924-2D4B-F5B926D0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3753AC9-9AF3-0705-862C-64F655C5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56E79F-74FE-1223-C9A1-7270AC551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7950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DD61340-8D8E-4959-5AE8-B7872C80D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75E40C0-48F6-FF8B-AC85-20BE8D3F7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86BD8F0-22F7-1D62-23C9-F6DAB5B4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3163ABA-9016-3D6E-FF64-1E128104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A97323B-45ED-6AFB-9DA4-349EA616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1177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AC28B83-DB63-92C7-7621-F84A72CAD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F468CD-7F72-FE75-C662-58A918D6C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E86511B-D015-A69B-72CD-FFD79076F0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D79E8-864A-4767-A910-C274F39D3A23}" type="datetimeFigureOut">
              <a:rPr lang="nl-BE" smtClean="0"/>
              <a:t>19/12/2024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572EB79-B39F-2EE1-C9D4-4F4ECC07B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59C558A-1435-3565-7875-DA51657EB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2EE3D-AAFE-493D-B803-1631633BFEA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6031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A530DAD8-585A-70BD-B0FF-546E35376AB0}"/>
                  </a:ext>
                </a:extLst>
              </p:cNvPr>
              <p:cNvSpPr txBox="1"/>
              <p:nvPr/>
            </p:nvSpPr>
            <p:spPr>
              <a:xfrm>
                <a:off x="4850525" y="4272057"/>
                <a:ext cx="825060" cy="5232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smtClean="0"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nl-BE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A530DAD8-585A-70BD-B0FF-546E35376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525" y="4272057"/>
                <a:ext cx="82506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CC724B5D-2346-9BF6-6640-F98769F2D98F}"/>
                  </a:ext>
                </a:extLst>
              </p:cNvPr>
              <p:cNvSpPr txBox="1"/>
              <p:nvPr/>
            </p:nvSpPr>
            <p:spPr>
              <a:xfrm>
                <a:off x="4966139" y="2181410"/>
                <a:ext cx="2641314" cy="5607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sz="2800" b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</m:acc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8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ξ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8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nl-B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CC724B5D-2346-9BF6-6640-F98769F2D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139" y="2181410"/>
                <a:ext cx="2641314" cy="560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troomdiagram: Verbindingslijn 11">
            <a:extLst>
              <a:ext uri="{FF2B5EF4-FFF2-40B4-BE49-F238E27FC236}">
                <a16:creationId xmlns:a16="http://schemas.microsoft.com/office/drawing/2014/main" id="{A7571537-E4AB-5543-4D0D-D274D363D292}"/>
              </a:ext>
            </a:extLst>
          </p:cNvPr>
          <p:cNvSpPr/>
          <p:nvPr/>
        </p:nvSpPr>
        <p:spPr>
          <a:xfrm>
            <a:off x="2873492" y="2346028"/>
            <a:ext cx="216000" cy="216000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7E19924D-D98A-AC02-7C6C-B08787CAB27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9404721" y="2461790"/>
            <a:ext cx="1741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AEEA9541-9A68-020B-201F-38D7BD2C16A9}"/>
              </a:ext>
            </a:extLst>
          </p:cNvPr>
          <p:cNvCxnSpPr>
            <a:cxnSpLocks/>
            <a:stCxn id="12" idx="6"/>
            <a:endCxn id="9" idx="1"/>
          </p:cNvCxnSpPr>
          <p:nvPr/>
        </p:nvCxnSpPr>
        <p:spPr>
          <a:xfrm>
            <a:off x="3089492" y="2454028"/>
            <a:ext cx="1876647" cy="7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843F8AA3-81E7-B787-94F2-70A5688862C7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>
            <a:off x="7607453" y="2461790"/>
            <a:ext cx="10457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erbindingslijn: gebogen 31">
            <a:extLst>
              <a:ext uri="{FF2B5EF4-FFF2-40B4-BE49-F238E27FC236}">
                <a16:creationId xmlns:a16="http://schemas.microsoft.com/office/drawing/2014/main" id="{FB2140E8-A546-3BEB-40D8-C2FDA12B4508}"/>
              </a:ext>
            </a:extLst>
          </p:cNvPr>
          <p:cNvCxnSpPr>
            <a:cxnSpLocks/>
            <a:endCxn id="66" idx="3"/>
          </p:cNvCxnSpPr>
          <p:nvPr/>
        </p:nvCxnSpPr>
        <p:spPr>
          <a:xfrm rot="5400000">
            <a:off x="8652269" y="2838500"/>
            <a:ext cx="2071875" cy="131845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erbindingslijn: gebogen 36">
            <a:extLst>
              <a:ext uri="{FF2B5EF4-FFF2-40B4-BE49-F238E27FC236}">
                <a16:creationId xmlns:a16="http://schemas.microsoft.com/office/drawing/2014/main" id="{84BA8C04-54A6-B3C8-F183-518C02E83CB1}"/>
              </a:ext>
            </a:extLst>
          </p:cNvPr>
          <p:cNvCxnSpPr>
            <a:cxnSpLocks/>
            <a:stCxn id="8" idx="1"/>
            <a:endCxn id="12" idx="4"/>
          </p:cNvCxnSpPr>
          <p:nvPr/>
        </p:nvCxnSpPr>
        <p:spPr>
          <a:xfrm rot="10800000">
            <a:off x="2981493" y="2562029"/>
            <a:ext cx="1869033" cy="197163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lusteken 40">
            <a:extLst>
              <a:ext uri="{FF2B5EF4-FFF2-40B4-BE49-F238E27FC236}">
                <a16:creationId xmlns:a16="http://schemas.microsoft.com/office/drawing/2014/main" id="{7AD9BEC3-3EF7-84BF-4D4E-7A2BA556CE20}"/>
              </a:ext>
            </a:extLst>
          </p:cNvPr>
          <p:cNvSpPr/>
          <p:nvPr/>
        </p:nvSpPr>
        <p:spPr>
          <a:xfrm>
            <a:off x="2704424" y="2576689"/>
            <a:ext cx="164901" cy="165481"/>
          </a:xfrm>
          <a:prstGeom prst="mathPlus">
            <a:avLst/>
          </a:prstGeom>
          <a:solidFill>
            <a:schemeClr val="tx1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kstvak 41">
                <a:extLst>
                  <a:ext uri="{FF2B5EF4-FFF2-40B4-BE49-F238E27FC236}">
                    <a16:creationId xmlns:a16="http://schemas.microsoft.com/office/drawing/2014/main" id="{E4C991D5-65A3-D7D7-B6CE-F90A0D17EC3E}"/>
                  </a:ext>
                </a:extLst>
              </p:cNvPr>
              <p:cNvSpPr txBox="1"/>
              <p:nvPr/>
            </p:nvSpPr>
            <p:spPr>
              <a:xfrm>
                <a:off x="3640746" y="2084696"/>
                <a:ext cx="5967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>
          <p:sp>
            <p:nvSpPr>
              <p:cNvPr id="42" name="Tekstvak 41">
                <a:extLst>
                  <a:ext uri="{FF2B5EF4-FFF2-40B4-BE49-F238E27FC236}">
                    <a16:creationId xmlns:a16="http://schemas.microsoft.com/office/drawing/2014/main" id="{E4C991D5-65A3-D7D7-B6CE-F90A0D17E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746" y="2084696"/>
                <a:ext cx="596731" cy="369332"/>
              </a:xfrm>
              <a:prstGeom prst="rect">
                <a:avLst/>
              </a:prstGeom>
              <a:blipFill>
                <a:blip r:embed="rId4"/>
                <a:stretch>
                  <a:fillRect r="-9184" b="-1147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kstvak 42">
                <a:extLst>
                  <a:ext uri="{FF2B5EF4-FFF2-40B4-BE49-F238E27FC236}">
                    <a16:creationId xmlns:a16="http://schemas.microsoft.com/office/drawing/2014/main" id="{7B89BCE7-11F5-FF5C-9923-13BAD4991E48}"/>
                  </a:ext>
                </a:extLst>
              </p:cNvPr>
              <p:cNvSpPr txBox="1"/>
              <p:nvPr/>
            </p:nvSpPr>
            <p:spPr>
              <a:xfrm>
                <a:off x="496782" y="2084696"/>
                <a:ext cx="5967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>
          <p:sp>
            <p:nvSpPr>
              <p:cNvPr id="43" name="Tekstvak 42">
                <a:extLst>
                  <a:ext uri="{FF2B5EF4-FFF2-40B4-BE49-F238E27FC236}">
                    <a16:creationId xmlns:a16="http://schemas.microsoft.com/office/drawing/2014/main" id="{7B89BCE7-11F5-FF5C-9923-13BAD4991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82" y="2084696"/>
                <a:ext cx="596731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kstvak 46">
                <a:extLst>
                  <a:ext uri="{FF2B5EF4-FFF2-40B4-BE49-F238E27FC236}">
                    <a16:creationId xmlns:a16="http://schemas.microsoft.com/office/drawing/2014/main" id="{328F21DD-B43E-937C-24DB-A0397FF940EF}"/>
                  </a:ext>
                </a:extLst>
              </p:cNvPr>
              <p:cNvSpPr txBox="1"/>
              <p:nvPr/>
            </p:nvSpPr>
            <p:spPr>
              <a:xfrm>
                <a:off x="7881471" y="2107496"/>
                <a:ext cx="5967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>
          <p:sp>
            <p:nvSpPr>
              <p:cNvPr id="47" name="Tekstvak 46">
                <a:extLst>
                  <a:ext uri="{FF2B5EF4-FFF2-40B4-BE49-F238E27FC236}">
                    <a16:creationId xmlns:a16="http://schemas.microsoft.com/office/drawing/2014/main" id="{328F21DD-B43E-937C-24DB-A0397FF94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471" y="2107496"/>
                <a:ext cx="596731" cy="369332"/>
              </a:xfrm>
              <a:prstGeom prst="rect">
                <a:avLst/>
              </a:prstGeom>
              <a:blipFill>
                <a:blip r:embed="rId6"/>
                <a:stretch>
                  <a:fillRect l="-1020" r="-2041" b="-1333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kstvak 49">
                <a:extLst>
                  <a:ext uri="{FF2B5EF4-FFF2-40B4-BE49-F238E27FC236}">
                    <a16:creationId xmlns:a16="http://schemas.microsoft.com/office/drawing/2014/main" id="{063F3EDD-551E-9D91-DD7D-7E6BF32540C1}"/>
                  </a:ext>
                </a:extLst>
              </p:cNvPr>
              <p:cNvSpPr txBox="1"/>
              <p:nvPr/>
            </p:nvSpPr>
            <p:spPr>
              <a:xfrm>
                <a:off x="10948898" y="2022821"/>
                <a:ext cx="5967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>
          <p:sp>
            <p:nvSpPr>
              <p:cNvPr id="50" name="Tekstvak 49">
                <a:extLst>
                  <a:ext uri="{FF2B5EF4-FFF2-40B4-BE49-F238E27FC236}">
                    <a16:creationId xmlns:a16="http://schemas.microsoft.com/office/drawing/2014/main" id="{063F3EDD-551E-9D91-DD7D-7E6BF3254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8898" y="2022821"/>
                <a:ext cx="596731" cy="369332"/>
              </a:xfrm>
              <a:prstGeom prst="rect">
                <a:avLst/>
              </a:prstGeom>
              <a:blipFill>
                <a:blip r:embed="rId7"/>
                <a:stretch>
                  <a:fillRect r="-1020" b="-1333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AC70FE34-E3AC-46BB-327D-DF08F40A4C6A}"/>
                  </a:ext>
                </a:extLst>
              </p:cNvPr>
              <p:cNvSpPr txBox="1"/>
              <p:nvPr/>
            </p:nvSpPr>
            <p:spPr>
              <a:xfrm>
                <a:off x="8653232" y="2200180"/>
                <a:ext cx="751489" cy="5232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nl-BE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AC70FE34-E3AC-46BB-327D-DF08F40A4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232" y="2200180"/>
                <a:ext cx="75148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kstvak 17">
                <a:extLst>
                  <a:ext uri="{FF2B5EF4-FFF2-40B4-BE49-F238E27FC236}">
                    <a16:creationId xmlns:a16="http://schemas.microsoft.com/office/drawing/2014/main" id="{674634F3-4D21-E9FB-37DD-1CE826370075}"/>
                  </a:ext>
                </a:extLst>
              </p:cNvPr>
              <p:cNvSpPr txBox="1"/>
              <p:nvPr/>
            </p:nvSpPr>
            <p:spPr>
              <a:xfrm>
                <a:off x="1325020" y="2175811"/>
                <a:ext cx="751489" cy="55643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2800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8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nl-B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8" name="Tekstvak 17">
                <a:extLst>
                  <a:ext uri="{FF2B5EF4-FFF2-40B4-BE49-F238E27FC236}">
                    <a16:creationId xmlns:a16="http://schemas.microsoft.com/office/drawing/2014/main" id="{674634F3-4D21-E9FB-37DD-1CE826370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020" y="2175811"/>
                <a:ext cx="751489" cy="5564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686BB463-4EC6-E637-901E-450EBAAA5EA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84375" y="2454028"/>
            <a:ext cx="8406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DC7CA670-BB38-13FF-7496-69DB08013B21}"/>
              </a:ext>
            </a:extLst>
          </p:cNvPr>
          <p:cNvCxnSpPr>
            <a:cxnSpLocks/>
            <a:stCxn id="18" idx="3"/>
            <a:endCxn id="12" idx="2"/>
          </p:cNvCxnSpPr>
          <p:nvPr/>
        </p:nvCxnSpPr>
        <p:spPr>
          <a:xfrm>
            <a:off x="2076509" y="2454028"/>
            <a:ext cx="79698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Verbindingslijn: gebogen 48">
            <a:extLst>
              <a:ext uri="{FF2B5EF4-FFF2-40B4-BE49-F238E27FC236}">
                <a16:creationId xmlns:a16="http://schemas.microsoft.com/office/drawing/2014/main" id="{BCAFCC32-FA5B-2561-00B1-786C167B82C4}"/>
              </a:ext>
            </a:extLst>
          </p:cNvPr>
          <p:cNvCxnSpPr>
            <a:cxnSpLocks/>
            <a:stCxn id="42" idx="2"/>
            <a:endCxn id="66" idx="0"/>
          </p:cNvCxnSpPr>
          <p:nvPr/>
        </p:nvCxnSpPr>
        <p:spPr>
          <a:xfrm rot="16200000" flipH="1">
            <a:off x="4993772" y="1399367"/>
            <a:ext cx="1879584" cy="398890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echte verbindingslijn met pijl 62">
            <a:extLst>
              <a:ext uri="{FF2B5EF4-FFF2-40B4-BE49-F238E27FC236}">
                <a16:creationId xmlns:a16="http://schemas.microsoft.com/office/drawing/2014/main" id="{75FD35D2-258F-C8B1-A058-1FC1741C159E}"/>
              </a:ext>
            </a:extLst>
          </p:cNvPr>
          <p:cNvCxnSpPr>
            <a:cxnSpLocks/>
            <a:stCxn id="66" idx="1"/>
            <a:endCxn id="8" idx="3"/>
          </p:cNvCxnSpPr>
          <p:nvPr/>
        </p:nvCxnSpPr>
        <p:spPr>
          <a:xfrm flipH="1">
            <a:off x="5675585" y="4533667"/>
            <a:ext cx="11514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kstvak 65">
                <a:extLst>
                  <a:ext uri="{FF2B5EF4-FFF2-40B4-BE49-F238E27FC236}">
                    <a16:creationId xmlns:a16="http://schemas.microsoft.com/office/drawing/2014/main" id="{AB8DD85B-200C-645B-B87F-75472106D00E}"/>
                  </a:ext>
                </a:extLst>
              </p:cNvPr>
              <p:cNvSpPr txBox="1"/>
              <p:nvPr/>
            </p:nvSpPr>
            <p:spPr>
              <a:xfrm>
                <a:off x="6827058" y="4333612"/>
                <a:ext cx="2201918" cy="40011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tate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estimator</m:t>
                      </m:r>
                    </m:oMath>
                  </m:oMathPara>
                </a14:m>
                <a:endParaRPr lang="nl-BE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6" name="Tekstvak 65">
                <a:extLst>
                  <a:ext uri="{FF2B5EF4-FFF2-40B4-BE49-F238E27FC236}">
                    <a16:creationId xmlns:a16="http://schemas.microsoft.com/office/drawing/2014/main" id="{AB8DD85B-200C-645B-B87F-75472106D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058" y="4333612"/>
                <a:ext cx="220191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365A5EA7-2CA0-327B-77D6-5942A3D57451}"/>
                  </a:ext>
                </a:extLst>
              </p:cNvPr>
              <p:cNvSpPr txBox="1"/>
              <p:nvPr/>
            </p:nvSpPr>
            <p:spPr>
              <a:xfrm>
                <a:off x="6001999" y="4131648"/>
                <a:ext cx="596731" cy="384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365A5EA7-2CA0-327B-77D6-5942A3D57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999" y="4131648"/>
                <a:ext cx="596731" cy="384529"/>
              </a:xfrm>
              <a:prstGeom prst="rect">
                <a:avLst/>
              </a:prstGeom>
              <a:blipFill>
                <a:blip r:embed="rId11"/>
                <a:stretch>
                  <a:fillRect l="-2062" t="-9524" r="-3093" b="-1111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40231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33</Words>
  <Application>Microsoft Office PowerPoint</Application>
  <PresentationFormat>Breedbeeld</PresentationFormat>
  <Paragraphs>10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Mauro Van Tichelen</dc:creator>
  <cp:lastModifiedBy>Mauro Van Tichelen</cp:lastModifiedBy>
  <cp:revision>1</cp:revision>
  <dcterms:created xsi:type="dcterms:W3CDTF">2024-11-29T10:57:07Z</dcterms:created>
  <dcterms:modified xsi:type="dcterms:W3CDTF">2024-12-19T12:36:39Z</dcterms:modified>
</cp:coreProperties>
</file>